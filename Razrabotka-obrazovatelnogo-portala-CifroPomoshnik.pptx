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mpact" panose="020B0806030902050204" pitchFamily="34" charset="0"/>
      <p:regular r:id="rId13"/>
    </p:embeddedFont>
    <p:embeddedFont>
      <p:font typeface="Outfit Medium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209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34404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409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705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0814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244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1300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5581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3973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7843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7030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8045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34756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1998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573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622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4131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8120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205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91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3" y="1245493"/>
            <a:ext cx="2405993" cy="355203"/>
          </a:xfrm>
          <a:prstGeom prst="roundRect">
            <a:avLst>
              <a:gd name="adj" fmla="val 38314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774978" y="1302147"/>
            <a:ext cx="240599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КОГПОБУ СКПИСО · 2026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574" y="1676301"/>
            <a:ext cx="690872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Отчёт по учебной практике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574" y="2550418"/>
            <a:ext cx="10868547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Разработка образовательного портала «ЦифроПомощник»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574" y="4464248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Мультимедийный портал для развития цифровой грамотности населения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61574" y="5026521"/>
            <a:ext cx="10868547" cy="23614"/>
          </a:xfrm>
          <a:prstGeom prst="roundRect">
            <a:avLst>
              <a:gd name="adj" fmla="val 720407"/>
            </a:avLst>
          </a:prstGeom>
          <a:solidFill>
            <a:srgbClr val="66666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1574" y="5158779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Студент группы 24П-1 · Специальность «Информационные системы и 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программирование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»</a:t>
            </a:r>
            <a:endParaRPr lang="ru-RU" dirty="0">
              <a:solidFill>
                <a:srgbClr val="666666"/>
              </a:solidFill>
              <a:latin typeface="Arial" panose="020B0604020202020204" pitchFamily="34" charset="0"/>
              <a:ea typeface="IBM Plex San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Шабалин Альберт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87785"/>
            <a:ext cx="689355" cy="367903"/>
          </a:xfrm>
          <a:prstGeom prst="roundRect">
            <a:avLst>
              <a:gd name="adj" fmla="val 36992"/>
            </a:avLst>
          </a:prstGeom>
          <a:noFill/>
          <a:ln w="6350">
            <a:solidFill>
              <a:srgbClr val="A2B9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328" y="750789"/>
            <a:ext cx="1059431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A2B9F9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ПМ.12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574" y="1131293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Учебная практика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25449" y="2005410"/>
            <a:ext cx="5475944" cy="2948727"/>
          </a:xfrm>
          <a:prstGeom prst="roundRect">
            <a:avLst>
              <a:gd name="adj" fmla="val 9658"/>
            </a:avLst>
          </a:prstGeom>
          <a:solidFill>
            <a:srgbClr val="A2B9F9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456" y="2194422"/>
            <a:ext cx="30216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Сведения о практике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4456" y="2678708"/>
            <a:ext cx="5097930" cy="185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Период: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3–16 июня 2026 года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Место: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КОГПОБУ «Слободской колледж педагогики и социальных отношений»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Профессия: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Консультант в области развития цифровой грамотности населения (цифровой куратор)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32776" y="2194422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Ключевые задачи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2776" y="2678708"/>
            <a:ext cx="5203695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Проектирование и разработка образовательного портала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Создание мультимедийного контента (аудио, видео)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Вёрстка и интеграция с CMS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Публикация и деплой на хостинг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Обеспечение соответствия ФЗ-152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5979" y="567531"/>
            <a:ext cx="7798498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База практики — КОГПОБУ СКПиСО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1830" y="1513626"/>
            <a:ext cx="271386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О колледже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1829" y="1928104"/>
            <a:ext cx="4634491" cy="898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учреждение, г. Слободской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600" b="1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Направления подготовки: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1828" y="2994719"/>
            <a:ext cx="4634491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Педагогика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Социальные отношения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Информационные системы и программирование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1830" y="4414625"/>
            <a:ext cx="4634491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Адрес: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г. Слободской, ул. Рождественская, д. 69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Сайт: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slobkoll.ru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Рисунок 1">
            <a:extLst>
              <a:ext uri="{FF2B5EF4-FFF2-40B4-BE49-F238E27FC236}">
                <a16:creationId xmlns:a16="http://schemas.microsoft.com/office/drawing/2014/main" id="{1424435D-8982-ED2E-84DC-80405CE1F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632" y="1513626"/>
            <a:ext cx="6302018" cy="362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3" y="788949"/>
            <a:ext cx="989805" cy="355203"/>
          </a:xfrm>
          <a:prstGeom prst="roundRect">
            <a:avLst>
              <a:gd name="adj" fmla="val 38314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774978" y="845603"/>
            <a:ext cx="123881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ДНИ 1–2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574" y="1219757"/>
            <a:ext cx="668231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Проектирование и дизайн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168" y="2402007"/>
            <a:ext cx="5339720" cy="2835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75297" y="260864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1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75980" y="3169683"/>
            <a:ext cx="2554720" cy="832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1 — UI/UX в Figma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03304" y="3677570"/>
            <a:ext cx="4910908" cy="111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Разработка макетов страниц портала, выбор цветовой гаммы — сине-фиолетовый градиент, проектирование пользовательских сценариев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3024" y="2402008"/>
            <a:ext cx="5339820" cy="28353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18431" y="269964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2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595776" y="3164503"/>
            <a:ext cx="33792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2 — Графика в GIMP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04708" y="4115693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Создание иконок курсов, оптимизация изображений для веба, подготовка визуальных материалов для контента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CF50BAD-DA54-C5FC-91C9-9DF00764F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500" y="78125"/>
            <a:ext cx="2109758" cy="210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4" descr="Picture background">
            <a:extLst>
              <a:ext uri="{FF2B5EF4-FFF2-40B4-BE49-F238E27FC236}">
                <a16:creationId xmlns:a16="http://schemas.microsoft.com/office/drawing/2014/main" id="{D27938D0-FF5E-19E0-3820-69C3872927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B54BA542-62EF-DE67-935D-26DEBB7F0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892" y="7654"/>
            <a:ext cx="2441812" cy="244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097" y="323186"/>
            <a:ext cx="856038" cy="355203"/>
          </a:xfrm>
          <a:prstGeom prst="roundRect">
            <a:avLst>
              <a:gd name="adj" fmla="val 38314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638501" y="379839"/>
            <a:ext cx="123881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ДНИ 3–5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5097" y="753993"/>
            <a:ext cx="83309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Создание мультимедиа-контента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50581" y="172700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3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0581" y="2135689"/>
            <a:ext cx="32447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Проектирование БД в </a:t>
            </a:r>
            <a:r>
              <a:rPr lang="en-US" sz="1600" b="1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MySQL Workbench</a:t>
            </a: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, подготовка текстового контента для курсов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473364" y="172700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473364" y="2135689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Аудиопроизводство в </a:t>
            </a:r>
            <a:r>
              <a:rPr lang="en-US" sz="1600" b="1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Audacity</a:t>
            </a: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— запись и монтаж подкаста по кибербезопасности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096246" y="172700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096246" y="2135689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Видеомонтаж — создание обучающего видеоролика для образовательного курса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Рисунок 1">
            <a:extLst>
              <a:ext uri="{FF2B5EF4-FFF2-40B4-BE49-F238E27FC236}">
                <a16:creationId xmlns:a16="http://schemas.microsoft.com/office/drawing/2014/main" id="{6FEB161C-5699-514C-1CE9-3AF028029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97" y="3156352"/>
            <a:ext cx="5751202" cy="3433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80" y="387598"/>
            <a:ext cx="836748" cy="337542"/>
          </a:xfrm>
          <a:prstGeom prst="roundRect">
            <a:avLst>
              <a:gd name="adj" fmla="val 40466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610024" y="435422"/>
            <a:ext cx="1140491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ДНИ 6–7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80" y="822776"/>
            <a:ext cx="459669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Front-end и CMS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4380" y="1771357"/>
            <a:ext cx="26031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6 — Вёрстка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4380" y="2137592"/>
            <a:ext cx="4390518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HTML/CSS вёрстка в </a:t>
            </a: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Visual Studio Code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, настройка локального сервера </a:t>
            </a: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OpenServer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4380" y="3384954"/>
            <a:ext cx="4390518" cy="19844"/>
          </a:xfrm>
          <a:prstGeom prst="roundRect">
            <a:avLst>
              <a:gd name="adj" fmla="val 723321"/>
            </a:avLst>
          </a:prstGeom>
          <a:solidFill>
            <a:srgbClr val="66666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14380" y="3595893"/>
            <a:ext cx="26031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7 — WordPress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4380" y="3979572"/>
            <a:ext cx="4390518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Установка CMS, создание кастомной темы, интеграция с базой данных MySQL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Рисунок 5">
            <a:extLst>
              <a:ext uri="{FF2B5EF4-FFF2-40B4-BE49-F238E27FC236}">
                <a16:creationId xmlns:a16="http://schemas.microsoft.com/office/drawing/2014/main" id="{B8CE43AA-BCAF-6258-DD39-09E206BA5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6"/>
          <a:stretch/>
        </p:blipFill>
        <p:spPr bwMode="auto">
          <a:xfrm>
            <a:off x="4904898" y="1071964"/>
            <a:ext cx="6777523" cy="3662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567" y="244810"/>
            <a:ext cx="856038" cy="355203"/>
          </a:xfrm>
          <a:prstGeom prst="roundRect">
            <a:avLst>
              <a:gd name="adj" fmla="val 38314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585971" y="301464"/>
            <a:ext cx="123881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ДНИ 8–9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2567" y="675618"/>
            <a:ext cx="567120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Наполнение и деплой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2567" y="1549735"/>
            <a:ext cx="5339720" cy="1706662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01600"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924" y="174509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8 — Контент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7924" y="2153779"/>
            <a:ext cx="4949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Загрузка видео, аудио и изображений на портал. Создание страниц курсов и методических материалов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01294" y="1549735"/>
            <a:ext cx="5339820" cy="1706662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01600" dist="241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96651" y="1745097"/>
            <a:ext cx="24583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День 9 — Публикация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96651" y="2153779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Выгрузка на хостинг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Beget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через FileZilla, настройка домена, публикация политики конфиденциальности (ФЗ-152)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2567" y="3469022"/>
            <a:ext cx="10868547" cy="736997"/>
          </a:xfrm>
          <a:prstGeom prst="roundRect">
            <a:avLst>
              <a:gd name="adj" fmla="val 23082"/>
            </a:avLst>
          </a:prstGeom>
          <a:solidFill>
            <a:srgbClr val="B6D6F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3736715"/>
            <a:ext cx="236234" cy="1890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86815" y="3686311"/>
            <a:ext cx="10674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Адрес портала: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j95839zj.beget.tech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Рисунок 1">
            <a:extLst>
              <a:ext uri="{FF2B5EF4-FFF2-40B4-BE49-F238E27FC236}">
                <a16:creationId xmlns:a16="http://schemas.microsoft.com/office/drawing/2014/main" id="{BA78927C-C582-9829-ECBB-678769990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7500" y="3660833"/>
            <a:ext cx="2221765" cy="22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Рисунок 1">
            <a:extLst>
              <a:ext uri="{FF2B5EF4-FFF2-40B4-BE49-F238E27FC236}">
                <a16:creationId xmlns:a16="http://schemas.microsoft.com/office/drawing/2014/main" id="{1A52FC14-5D2B-3DF8-31B2-46ACAF5E6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716" y="1392234"/>
            <a:ext cx="5197345" cy="480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701" y="259954"/>
            <a:ext cx="1120181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Образовательный портал «ЦифроПомощник»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913" y="1360884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Курсы на портале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7913" y="1845171"/>
            <a:ext cx="5203695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Программирование на Python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Веб-дизайн в Figma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Основы искусственного интеллекта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Кибербезопасность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JavaScript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Анализ данных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39115" y="1360884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Функционал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39115" y="1845171"/>
            <a:ext cx="520369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Видеоуроки и аудиоподкасты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Методические материалы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Интерактивные тесты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Карточки курсов с описанием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39115" y="3465710"/>
            <a:ext cx="5203695" cy="736997"/>
          </a:xfrm>
          <a:prstGeom prst="roundRect">
            <a:avLst>
              <a:gd name="adj" fmla="val 23082"/>
            </a:avLst>
          </a:prstGeom>
          <a:solidFill>
            <a:srgbClr val="B7C9F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122" y="3758803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3363" y="3682999"/>
            <a:ext cx="501002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Портал полностью готов к использованию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1361FA-7439-A0A0-4BC0-0331DA9EA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902" y="2650727"/>
            <a:ext cx="7798921" cy="3865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90873"/>
            <a:ext cx="845312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Использованный стек технологий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188" y="2550120"/>
            <a:ext cx="425142" cy="491331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41" y="2701429"/>
            <a:ext cx="236234" cy="189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276" y="255954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Дизайн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70276" y="2968228"/>
            <a:ext cx="275662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Figma, Adobe Photoshop — макеты, иконки, графика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3135" y="2559546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1836" y="255954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Разработка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1836" y="2968228"/>
            <a:ext cx="275662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HTML5, CSS3, Visual Studio Code — вёрстка и редактирование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4695" y="2559546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73397" y="255954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CMS и БД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773397" y="2968228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WordPress, PHP, MySQL — управление контентом и данными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574" y="4253508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0276" y="425350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Мультимедиа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370276" y="4662190"/>
            <a:ext cx="275662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Audacity, CapCut/Premiere — аудио и видеопроизводство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386748" y="4244082"/>
            <a:ext cx="425142" cy="491331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202" y="4395391"/>
            <a:ext cx="236234" cy="1890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71836" y="425350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Деплой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071836" y="4662190"/>
            <a:ext cx="275662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OpenServer, FileZilla, хостинг Beget — публикация проекта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406" y="477143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Итоги практики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3281" y="1351260"/>
            <a:ext cx="5475944" cy="3848298"/>
          </a:xfrm>
          <a:prstGeom prst="roundRect">
            <a:avLst>
              <a:gd name="adj" fmla="val 7073"/>
            </a:avLst>
          </a:prstGeom>
          <a:solidFill>
            <a:srgbClr val="A2B9F9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2288" y="1540272"/>
            <a:ext cx="34482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Достигнутые результаты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2288" y="2024559"/>
            <a:ext cx="5097930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Создан полнофункциональный образовательный портал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Размещено 6 курсов с видео, подкастами и материалами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Обеспечена информационная безопасность (ФЗ-152)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43769" y="1237952"/>
            <a:ext cx="40969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Приобретённые компетенции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43769" y="1722239"/>
            <a:ext cx="520369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Веб-разработка (HTML, CSS, WordPress)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Обработка мультимедиа (аудио, видео)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Работа с CMS и базами данных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Деплой и администрирование хостинга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43769" y="3275409"/>
            <a:ext cx="5203695" cy="1341834"/>
          </a:xfrm>
          <a:prstGeom prst="roundRect">
            <a:avLst>
              <a:gd name="adj" fmla="val 12678"/>
            </a:avLst>
          </a:prstGeom>
          <a:solidFill>
            <a:srgbClr val="B6FCB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3635871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58017" y="3560068"/>
            <a:ext cx="440044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Цель практики достигнута — приобретён практический опыт full-stack разработки и создан реальный продукт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TM04033927[[fn=Главное мероприятие]]</Template>
  <TotalTime>14</TotalTime>
  <Words>493</Words>
  <Application>Microsoft Office PowerPoint</Application>
  <PresentationFormat>Широкоэкранный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Outfit Medium</vt:lpstr>
      <vt:lpstr>Impact</vt:lpstr>
      <vt:lpstr>Главное мероприятие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student1</cp:lastModifiedBy>
  <cp:revision>12</cp:revision>
  <dcterms:created xsi:type="dcterms:W3CDTF">2026-06-16T05:46:09Z</dcterms:created>
  <dcterms:modified xsi:type="dcterms:W3CDTF">2026-06-16T06:01:45Z</dcterms:modified>
</cp:coreProperties>
</file>